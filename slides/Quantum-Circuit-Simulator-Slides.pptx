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920240" cy="34747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2976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Presentation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Quantum Circuit Simulator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0" y="384048"/>
            <a:ext cx="1143000" cy="310896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0464" y="457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018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44348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Background and motivation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What was done this semester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How it was implemented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Live app demonstration</a:t>
            </a:r>
            <a:endParaRPr lang="en-US" sz="1600" dirty="0"/>
          </a:p>
        </p:txBody>
      </p:sp>
      <p:pic>
        <p:nvPicPr>
          <p:cNvPr id="10" name="Image 0" descr="/Users/akiftaseen/Documents/fyp/Quantum-computing-circuit/slides/bloch sphe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89888"/>
            <a:ext cx="6172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920240" cy="34747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2976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A. Background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Motivation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0" y="384048"/>
            <a:ext cx="1143000" cy="310896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0464" y="457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018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44348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Need a local quantum simulator for teaching and experimentation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Many existing tools are either hard for beginners or too limited for deeper work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Wanted one interface for visual learning and technical analysis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Design target: no backend dependency, reproducible outputs, offline-ready</a:t>
            </a:r>
            <a:endParaRPr lang="en-US" sz="1600" dirty="0"/>
          </a:p>
        </p:txBody>
      </p:sp>
      <p:pic>
        <p:nvPicPr>
          <p:cNvPr id="10" name="Image 0" descr="/Users/akiftaseen/Documents/fyp/Quantum-computing-circuit/slides/PH_01_APP_HERO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89888"/>
            <a:ext cx="6172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920240" cy="34747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2976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A. Background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Goals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0" y="384048"/>
            <a:ext cx="1143000" cy="310896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0464" y="457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018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44348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Build circuits quickly with clear visual 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Run ideal and noisy simulations in the browser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Support export/import workflows for interoperability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Keep the UI simple first, then reveal advanced tools progressively</a:t>
            </a:r>
            <a:endParaRPr lang="en-US" sz="1600" dirty="0"/>
          </a:p>
        </p:txBody>
      </p:sp>
      <p:pic>
        <p:nvPicPr>
          <p:cNvPr id="10" name="Image 0" descr="/Users/akiftaseen/Documents/fyp/Quantum-computing-circuit/slides/PH_03_ADVANCED_LAB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89888"/>
            <a:ext cx="6172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920240" cy="34747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2976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B. What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Was Implemented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0" y="384048"/>
            <a:ext cx="1143000" cy="310896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0464" y="457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018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44348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Functionality: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Drag-and-drop circuit editor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State-vector simulation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Shots and histogram views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Bloch and Dirac visualizations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Step-by-step execution support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Advanced Functionality: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Noisy simulation with configurable channels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Hardware compatibility and routing checks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Optimization and sweep tools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OpenQASM-lite import/export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Experiment save/load and report export</a:t>
            </a:r>
            <a:endParaRPr lang="en-US" sz="1300" dirty="0"/>
          </a:p>
        </p:txBody>
      </p:sp>
      <p:pic>
        <p:nvPicPr>
          <p:cNvPr id="10" name="Image 0" descr="/Users/akiftaseen/Documents/fyp/Quantum-computing-circuit/slides/PH_02_CORE_EDITOR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89888"/>
            <a:ext cx="6172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920240" cy="34747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2976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B. What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Evidence of Completed 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0" y="384048"/>
            <a:ext cx="1143000" cy="310896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0464" y="457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018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44348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App state persistence, draft management, and theme persistence are implemented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Simulator Lab includes calibration, mitigation, and optimization features</a:t>
            </a:r>
            <a:endParaRPr lang="en-US" sz="1600" dirty="0"/>
          </a:p>
        </p:txBody>
      </p:sp>
      <p:pic>
        <p:nvPicPr>
          <p:cNvPr id="10" name="Image 0" descr="/Users/akiftaseen/Documents/fyp/Quantum-computing-circuit/slides/PH_04_TEST_EVIDENCE_TERM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89888"/>
            <a:ext cx="6172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920240" cy="34747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2976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B. What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Scope and Honest Limits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0" y="384048"/>
            <a:ext cx="1143000" cy="310896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0464" y="457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018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44348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Current simulator limit is 6 qubits for browser practicality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OpenQASM support is intentionally a practical lite subset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Routing uses heuristic SWAP insertion, not globally optimal routing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Noise calibration uses a coarse 216-point parameter search</a:t>
            </a:r>
            <a:endParaRPr lang="en-US" sz="1600" dirty="0"/>
          </a:p>
        </p:txBody>
      </p:sp>
      <p:pic>
        <p:nvPicPr>
          <p:cNvPr id="10" name="Image 0" descr="/Users/akiftaseen/Documents/fyp/Quantum-computing-circuit/slides/openqas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89888"/>
            <a:ext cx="6172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920240" cy="34747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2976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C. How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It Was Built -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0" y="384048"/>
            <a:ext cx="1143000" cy="310896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0464" y="457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018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44348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Technology: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React + TypeScript + Vite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Recharts for chart rendering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PWA support for offline usage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Local-first storage 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 Structure: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UI components for interaction and rendering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Hooks for shared state and persistence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Pure logic modules for simulation and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Tests focused on logic correctness</a:t>
            </a:r>
            <a:endParaRPr lang="en-US" sz="1300" dirty="0"/>
          </a:p>
        </p:txBody>
      </p:sp>
      <p:pic>
        <p:nvPicPr>
          <p:cNvPr id="10" name="Image 0" descr="/Users/akiftaseen/Documents/fyp/Quantum-computing-circuit/slides/PH_05_APP_STRUCTURE_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89888"/>
            <a:ext cx="6172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920240" cy="34747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2976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C. How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It Was Built - Execution 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0" y="384048"/>
            <a:ext cx="1143000" cy="310896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0464" y="457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018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44348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Edit circuit in UI and validate placement/state inputs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Compile circuit plan and run simulation kernels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Sample outcomes (ideal and noisy paths)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Compute analysis metrics and render synchronized views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Use caching and alias sampling to keep interaction responsive</a:t>
            </a:r>
            <a:endParaRPr lang="en-US" sz="1600" dirty="0"/>
          </a:p>
        </p:txBody>
      </p:sp>
      <p:pic>
        <p:nvPicPr>
          <p:cNvPr id="10" name="Image 0" descr="/Users/akiftaseen/Documents/fyp/Quantum-computing-circuit/slides/PH_06_EXECUTION_RESULTS_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89888"/>
            <a:ext cx="6172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920240" cy="34747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2976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C. How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It Was Built - Engineering Choices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0" y="384048"/>
            <a:ext cx="1143000" cy="310896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0464" y="457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018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44348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Choice: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Local-first execution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Strict typing + tests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Progressive disclosure UI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Reason and Tradeoff: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Easy classroom/lab usage, with bounded qubit scale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Lower regression risk, with heuristic optimizers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Simple beginner flow, with lite interop scope</a:t>
            </a:r>
            <a:endParaRPr lang="en-US" sz="1400" dirty="0"/>
          </a:p>
        </p:txBody>
      </p:sp>
      <p:pic>
        <p:nvPicPr>
          <p:cNvPr id="10" name="Image 0" descr="/Users/akiftaseen/Documents/fyp/Quantum-computing-circuit/slides/PH_08_NOISE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89888"/>
            <a:ext cx="6172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920240" cy="34747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2976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D.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 Demonstration Plan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0" y="384048"/>
            <a:ext cx="1143000" cy="310896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0464" y="457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018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44348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01Load Bell template and explain the circuit editor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02Run ideal shots and inspect probability/histogram tabs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03Turn on noise and compare ideal vs noisy outcomes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04Open analysis panels and summarize key metrics</a:t>
            </a:r>
            <a:endParaRPr lang="en-US" sz="1600" dirty="0"/>
          </a:p>
        </p:txBody>
      </p:sp>
      <p:pic>
        <p:nvPicPr>
          <p:cNvPr id="10" name="Image 0" descr="/Users/akiftaseen/Documents/fyp/Quantum-computing-circuit/slides/PH_07_BELL_IDEAL_RU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89888"/>
            <a:ext cx="6172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920240" cy="34747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2976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D.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 Continuation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0" y="384048"/>
            <a:ext cx="1143000" cy="310896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0464" y="457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018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44348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05Run one Simulator Lab workflow (optimizer or sweep)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06Show hardware compatibility and routing 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07Export OpenQASM and report artifacts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08State current limits and expected future improvements</a:t>
            </a:r>
            <a:endParaRPr lang="en-US" sz="1600" dirty="0"/>
          </a:p>
        </p:txBody>
      </p:sp>
      <p:pic>
        <p:nvPicPr>
          <p:cNvPr id="10" name="Image 0" descr="/Users/akiftaseen/Documents/fyp/Quantum-computing-circuit/slides/PH_09_SIMULATOR_LAB_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89888"/>
            <a:ext cx="6172200" cy="2450592"/>
          </a:xfrm>
          <a:prstGeom prst="rect">
            <a:avLst/>
          </a:prstGeom>
        </p:spPr>
      </p:pic>
      <p:pic>
        <p:nvPicPr>
          <p:cNvPr id="11" name="Image 1" descr="/Users/akiftaseen/Documents/fyp/Quantum-computing-circuit/slides/PH_10_EXPORT_OUTPU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57800" y="3968496"/>
            <a:ext cx="6172200" cy="24505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6492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920240" cy="34747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2976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Summary and Questions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0" y="384048"/>
            <a:ext cx="1143000" cy="310896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AFC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0464" y="457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018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44348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Background: local-first simulator for learning and technical workflows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What: editor, simulation, analysis, advanced lab, and interop implemented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How: modular architecture with test-backed logic core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Demo: end-to-end run from circuit creation to export</a:t>
            </a:r>
            <a:endParaRPr lang="en-US" sz="1600" dirty="0"/>
          </a:p>
        </p:txBody>
      </p:sp>
      <p:pic>
        <p:nvPicPr>
          <p:cNvPr id="10" name="Image 0" descr="/Users/akiftaseen/Documents/fyp/Quantum-computing-circuit/slides/PH_06_EXECUTION_RESULTS_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89888"/>
            <a:ext cx="61722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Quantum Circuit Simulator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Circuit Simulator Presentation</dc:title>
  <dc:subject>Presentation deck generated from slides.html</dc:subject>
  <dc:creator>Quantum Circuit Simulator Team</dc:creator>
  <cp:lastModifiedBy>Quantum Circuit Simulator Team</cp:lastModifiedBy>
  <cp:revision>1</cp:revision>
  <dcterms:created xsi:type="dcterms:W3CDTF">2026-04-20T12:07:18Z</dcterms:created>
  <dcterms:modified xsi:type="dcterms:W3CDTF">2026-04-20T12:07:18Z</dcterms:modified>
</cp:coreProperties>
</file>